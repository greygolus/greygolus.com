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7497763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23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730" y="78"/>
      </p:cViewPr>
      <p:guideLst>
        <p:guide orient="horz" pos="2592"/>
        <p:guide pos="23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Kai" userId="5e30ff79-b7d7-4cd5-8eff-ac5c957fa0df" providerId="ADAL" clId="{5B68DA3D-7895-412D-A0C5-5D98FECCF61C}"/>
    <pc:docChg chg="custSel modSld">
      <pc:chgData name="Zhang, Kai" userId="5e30ff79-b7d7-4cd5-8eff-ac5c957fa0df" providerId="ADAL" clId="{5B68DA3D-7895-412D-A0C5-5D98FECCF61C}" dt="2024-12-06T23:33:55.169" v="1" actId="1076"/>
      <pc:docMkLst>
        <pc:docMk/>
      </pc:docMkLst>
      <pc:sldChg chg="delSp modSp mod">
        <pc:chgData name="Zhang, Kai" userId="5e30ff79-b7d7-4cd5-8eff-ac5c957fa0df" providerId="ADAL" clId="{5B68DA3D-7895-412D-A0C5-5D98FECCF61C}" dt="2024-12-06T23:33:55.169" v="1" actId="1076"/>
        <pc:sldMkLst>
          <pc:docMk/>
          <pc:sldMk cId="550833312" sldId="256"/>
        </pc:sldMkLst>
        <pc:spChg chg="mod">
          <ac:chgData name="Zhang, Kai" userId="5e30ff79-b7d7-4cd5-8eff-ac5c957fa0df" providerId="ADAL" clId="{5B68DA3D-7895-412D-A0C5-5D98FECCF61C}" dt="2024-12-06T23:33:55.169" v="1" actId="1076"/>
          <ac:spMkLst>
            <pc:docMk/>
            <pc:sldMk cId="550833312" sldId="256"/>
            <ac:spMk id="2" creationId="{98B248B8-E202-8F37-5D77-6B5FD4694C5B}"/>
          </ac:spMkLst>
        </pc:spChg>
        <pc:spChg chg="del">
          <ac:chgData name="Zhang, Kai" userId="5e30ff79-b7d7-4cd5-8eff-ac5c957fa0df" providerId="ADAL" clId="{5B68DA3D-7895-412D-A0C5-5D98FECCF61C}" dt="2024-12-06T23:33:48.378" v="0" actId="478"/>
          <ac:spMkLst>
            <pc:docMk/>
            <pc:sldMk cId="550833312" sldId="256"/>
            <ac:spMk id="3" creationId="{7852FB5A-7858-AF4C-1D4A-D2F42500828A}"/>
          </ac:spMkLst>
        </pc:spChg>
        <pc:spChg chg="del">
          <ac:chgData name="Zhang, Kai" userId="5e30ff79-b7d7-4cd5-8eff-ac5c957fa0df" providerId="ADAL" clId="{5B68DA3D-7895-412D-A0C5-5D98FECCF61C}" dt="2024-12-06T23:33:48.378" v="0" actId="478"/>
          <ac:spMkLst>
            <pc:docMk/>
            <pc:sldMk cId="550833312" sldId="256"/>
            <ac:spMk id="4" creationId="{E1E5D875-8D1E-E303-D811-B198E216F360}"/>
          </ac:spMkLst>
        </pc:spChg>
        <pc:grpChg chg="mod">
          <ac:chgData name="Zhang, Kai" userId="5e30ff79-b7d7-4cd5-8eff-ac5c957fa0df" providerId="ADAL" clId="{5B68DA3D-7895-412D-A0C5-5D98FECCF61C}" dt="2024-12-06T23:33:55.169" v="1" actId="1076"/>
          <ac:grpSpMkLst>
            <pc:docMk/>
            <pc:sldMk cId="550833312" sldId="256"/>
            <ac:grpSpMk id="122" creationId="{69328FD6-29BD-B5CC-4A6B-0B903BD249EC}"/>
          </ac:grpSpMkLst>
        </pc:grpChg>
        <pc:picChg chg="del">
          <ac:chgData name="Zhang, Kai" userId="5e30ff79-b7d7-4cd5-8eff-ac5c957fa0df" providerId="ADAL" clId="{5B68DA3D-7895-412D-A0C5-5D98FECCF61C}" dt="2024-12-06T23:33:48.378" v="0" actId="478"/>
          <ac:picMkLst>
            <pc:docMk/>
            <pc:sldMk cId="550833312" sldId="256"/>
            <ac:picMk id="8" creationId="{51178308-35C1-72DB-DB5D-44F45678DEC8}"/>
          </ac:picMkLst>
        </pc:picChg>
        <pc:picChg chg="del">
          <ac:chgData name="Zhang, Kai" userId="5e30ff79-b7d7-4cd5-8eff-ac5c957fa0df" providerId="ADAL" clId="{5B68DA3D-7895-412D-A0C5-5D98FECCF61C}" dt="2024-12-06T23:33:48.378" v="0" actId="478"/>
          <ac:picMkLst>
            <pc:docMk/>
            <pc:sldMk cId="550833312" sldId="256"/>
            <ac:picMk id="10" creationId="{E21E08B4-0BE4-0DCC-0732-D93F2154307F}"/>
          </ac:picMkLst>
        </pc:picChg>
        <pc:picChg chg="del">
          <ac:chgData name="Zhang, Kai" userId="5e30ff79-b7d7-4cd5-8eff-ac5c957fa0df" providerId="ADAL" clId="{5B68DA3D-7895-412D-A0C5-5D98FECCF61C}" dt="2024-12-06T23:33:48.378" v="0" actId="478"/>
          <ac:picMkLst>
            <pc:docMk/>
            <pc:sldMk cId="550833312" sldId="256"/>
            <ac:picMk id="11" creationId="{40B92F15-163A-74EE-324A-A9A99F9E7D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332" y="1346836"/>
            <a:ext cx="6373099" cy="2865120"/>
          </a:xfrm>
        </p:spPr>
        <p:txBody>
          <a:bodyPr anchor="b"/>
          <a:lstStyle>
            <a:lvl1pPr algn="ctr">
              <a:defRPr sz="492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21" y="4322446"/>
            <a:ext cx="5623322" cy="1986914"/>
          </a:xfrm>
        </p:spPr>
        <p:txBody>
          <a:bodyPr/>
          <a:lstStyle>
            <a:lvl1pPr marL="0" indent="0" algn="ctr">
              <a:buNone/>
              <a:defRPr sz="1968"/>
            </a:lvl1pPr>
            <a:lvl2pPr marL="374904" indent="0" algn="ctr">
              <a:buNone/>
              <a:defRPr sz="1640"/>
            </a:lvl2pPr>
            <a:lvl3pPr marL="749808" indent="0" algn="ctr">
              <a:buNone/>
              <a:defRPr sz="1476"/>
            </a:lvl3pPr>
            <a:lvl4pPr marL="1124712" indent="0" algn="ctr">
              <a:buNone/>
              <a:defRPr sz="1312"/>
            </a:lvl4pPr>
            <a:lvl5pPr marL="1499616" indent="0" algn="ctr">
              <a:buNone/>
              <a:defRPr sz="1312"/>
            </a:lvl5pPr>
            <a:lvl6pPr marL="1874520" indent="0" algn="ctr">
              <a:buNone/>
              <a:defRPr sz="1312"/>
            </a:lvl6pPr>
            <a:lvl7pPr marL="2249424" indent="0" algn="ctr">
              <a:buNone/>
              <a:defRPr sz="1312"/>
            </a:lvl7pPr>
            <a:lvl8pPr marL="2624328" indent="0" algn="ctr">
              <a:buNone/>
              <a:defRPr sz="1312"/>
            </a:lvl8pPr>
            <a:lvl9pPr marL="2999232" indent="0" algn="ctr">
              <a:buNone/>
              <a:defRPr sz="1312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0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25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66" y="2051688"/>
            <a:ext cx="6466821" cy="3423284"/>
          </a:xfrm>
        </p:spPr>
        <p:txBody>
          <a:bodyPr anchor="b"/>
          <a:lstStyle>
            <a:lvl1pPr>
              <a:defRPr sz="492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566" y="5507358"/>
            <a:ext cx="6466821" cy="1800224"/>
          </a:xfrm>
        </p:spPr>
        <p:txBody>
          <a:bodyPr/>
          <a:lstStyle>
            <a:lvl1pPr marL="0" indent="0">
              <a:buNone/>
              <a:defRPr sz="1968">
                <a:solidFill>
                  <a:schemeClr val="tx1"/>
                </a:solidFill>
              </a:defRPr>
            </a:lvl1pPr>
            <a:lvl2pPr marL="374904" indent="0">
              <a:buNone/>
              <a:defRPr sz="1640">
                <a:solidFill>
                  <a:schemeClr val="tx1">
                    <a:tint val="75000"/>
                  </a:schemeClr>
                </a:solidFill>
              </a:defRPr>
            </a:lvl2pPr>
            <a:lvl3pPr marL="749808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3pPr>
            <a:lvl4pPr marL="112471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4pPr>
            <a:lvl5pPr marL="1499616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5pPr>
            <a:lvl6pPr marL="187452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6pPr>
            <a:lvl7pPr marL="2249424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7pPr>
            <a:lvl8pPr marL="2624328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8pPr>
            <a:lvl9pPr marL="299923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8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471" y="2190750"/>
            <a:ext cx="3186549" cy="522160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5743" y="2190750"/>
            <a:ext cx="3186549" cy="522160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0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438152"/>
            <a:ext cx="6466821" cy="1590676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48" y="2017396"/>
            <a:ext cx="3171905" cy="988694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48" y="3006090"/>
            <a:ext cx="3171905" cy="442150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5743" y="2017396"/>
            <a:ext cx="3187526" cy="988694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5743" y="3006090"/>
            <a:ext cx="3187526" cy="442150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68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95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1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548640"/>
            <a:ext cx="2418224" cy="1920240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26" y="1184912"/>
            <a:ext cx="3795743" cy="5848350"/>
          </a:xfrm>
        </p:spPr>
        <p:txBody>
          <a:bodyPr/>
          <a:lstStyle>
            <a:lvl1pPr>
              <a:defRPr sz="2624"/>
            </a:lvl1pPr>
            <a:lvl2pPr>
              <a:defRPr sz="2296"/>
            </a:lvl2pPr>
            <a:lvl3pPr>
              <a:defRPr sz="1968"/>
            </a:lvl3pPr>
            <a:lvl4pPr>
              <a:defRPr sz="1640"/>
            </a:lvl4pPr>
            <a:lvl5pPr>
              <a:defRPr sz="1640"/>
            </a:lvl5pPr>
            <a:lvl6pPr>
              <a:defRPr sz="1640"/>
            </a:lvl6pPr>
            <a:lvl7pPr>
              <a:defRPr sz="1640"/>
            </a:lvl7pPr>
            <a:lvl8pPr>
              <a:defRPr sz="1640"/>
            </a:lvl8pPr>
            <a:lvl9pPr>
              <a:defRPr sz="164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2468880"/>
            <a:ext cx="2418224" cy="4573906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2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548640"/>
            <a:ext cx="2418224" cy="1920240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7526" y="1184912"/>
            <a:ext cx="3795743" cy="5848350"/>
          </a:xfrm>
        </p:spPr>
        <p:txBody>
          <a:bodyPr anchor="t"/>
          <a:lstStyle>
            <a:lvl1pPr marL="0" indent="0">
              <a:buNone/>
              <a:defRPr sz="2624"/>
            </a:lvl1pPr>
            <a:lvl2pPr marL="374904" indent="0">
              <a:buNone/>
              <a:defRPr sz="2296"/>
            </a:lvl2pPr>
            <a:lvl3pPr marL="749808" indent="0">
              <a:buNone/>
              <a:defRPr sz="1968"/>
            </a:lvl3pPr>
            <a:lvl4pPr marL="1124712" indent="0">
              <a:buNone/>
              <a:defRPr sz="1640"/>
            </a:lvl4pPr>
            <a:lvl5pPr marL="1499616" indent="0">
              <a:buNone/>
              <a:defRPr sz="1640"/>
            </a:lvl5pPr>
            <a:lvl6pPr marL="1874520" indent="0">
              <a:buNone/>
              <a:defRPr sz="1640"/>
            </a:lvl6pPr>
            <a:lvl7pPr marL="2249424" indent="0">
              <a:buNone/>
              <a:defRPr sz="1640"/>
            </a:lvl7pPr>
            <a:lvl8pPr marL="2624328" indent="0">
              <a:buNone/>
              <a:defRPr sz="1640"/>
            </a:lvl8pPr>
            <a:lvl9pPr marL="2999232" indent="0">
              <a:buNone/>
              <a:defRPr sz="16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2468880"/>
            <a:ext cx="2418224" cy="4573906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735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09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65587" y="438150"/>
            <a:ext cx="1616705" cy="6974206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5472" y="438150"/>
            <a:ext cx="4756393" cy="6974206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456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471" y="438152"/>
            <a:ext cx="6466821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71" y="2190750"/>
            <a:ext cx="6466821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5471" y="7627622"/>
            <a:ext cx="168699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9DA34-8C00-4E63-AF9A-7D92A26F39FA}" type="datetimeFigureOut">
              <a:rPr lang="zh-CN" altLang="en-US" smtClean="0"/>
              <a:t>2024/12/6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3634" y="7627622"/>
            <a:ext cx="253049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95295" y="7627622"/>
            <a:ext cx="168699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E5D1A-1325-45E1-B474-E1011A0229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93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49808" rtl="0" eaLnBrk="1" latinLnBrk="0" hangingPunct="1">
        <a:lnSpc>
          <a:spcPct val="90000"/>
        </a:lnSpc>
        <a:spcBef>
          <a:spcPct val="0"/>
        </a:spcBef>
        <a:buNone/>
        <a:defRPr sz="36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452" indent="-187452" algn="l" defTabSz="749808" rtl="0" eaLnBrk="1" latinLnBrk="0" hangingPunct="1">
        <a:lnSpc>
          <a:spcPct val="90000"/>
        </a:lnSpc>
        <a:spcBef>
          <a:spcPts val="820"/>
        </a:spcBef>
        <a:buFont typeface="Arial" panose="020B0604020202020204" pitchFamily="34" charset="0"/>
        <a:buChar char="•"/>
        <a:defRPr sz="2296" kern="1200">
          <a:solidFill>
            <a:schemeClr val="tx1"/>
          </a:solidFill>
          <a:latin typeface="+mn-lt"/>
          <a:ea typeface="+mn-ea"/>
          <a:cs typeface="+mn-cs"/>
        </a:defRPr>
      </a:lvl1pPr>
      <a:lvl2pPr marL="56235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2pPr>
      <a:lvl3pPr marL="93726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640" kern="1200">
          <a:solidFill>
            <a:schemeClr val="tx1"/>
          </a:solidFill>
          <a:latin typeface="+mn-lt"/>
          <a:ea typeface="+mn-ea"/>
          <a:cs typeface="+mn-cs"/>
        </a:defRPr>
      </a:lvl3pPr>
      <a:lvl4pPr marL="131216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687068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2061972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43687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81178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318668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1pPr>
      <a:lvl2pPr marL="37490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2pPr>
      <a:lvl3pPr marL="74980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2471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499616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24942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62432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299923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9328FD6-29BD-B5CC-4A6B-0B903BD249EC}"/>
              </a:ext>
            </a:extLst>
          </p:cNvPr>
          <p:cNvGrpSpPr>
            <a:grpSpLocks noChangeAspect="1"/>
          </p:cNvGrpSpPr>
          <p:nvPr/>
        </p:nvGrpSpPr>
        <p:grpSpPr>
          <a:xfrm>
            <a:off x="534890" y="1934178"/>
            <a:ext cx="6110555" cy="3954994"/>
            <a:chOff x="362998" y="1057003"/>
            <a:chExt cx="8729363" cy="564999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2D2EB04-BCEB-4E7B-ECCB-929A909569D2}"/>
                </a:ext>
              </a:extLst>
            </p:cNvPr>
            <p:cNvCxnSpPr>
              <a:cxnSpLocks/>
            </p:cNvCxnSpPr>
            <p:nvPr/>
          </p:nvCxnSpPr>
          <p:spPr>
            <a:xfrm>
              <a:off x="1602566" y="4022159"/>
              <a:ext cx="0" cy="1264179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E0FA630-9583-11B0-F3C1-F00783C3F8DF}"/>
                </a:ext>
              </a:extLst>
            </p:cNvPr>
            <p:cNvCxnSpPr>
              <a:cxnSpLocks/>
            </p:cNvCxnSpPr>
            <p:nvPr/>
          </p:nvCxnSpPr>
          <p:spPr>
            <a:xfrm>
              <a:off x="3742880" y="4713076"/>
              <a:ext cx="360" cy="608488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ctagon 12">
              <a:extLst>
                <a:ext uri="{FF2B5EF4-FFF2-40B4-BE49-F238E27FC236}">
                  <a16:creationId xmlns:a16="http://schemas.microsoft.com/office/drawing/2014/main" id="{4CA7E7F1-8E1C-DEE3-A961-561E94CA6EE6}"/>
                </a:ext>
              </a:extLst>
            </p:cNvPr>
            <p:cNvSpPr/>
            <p:nvPr/>
          </p:nvSpPr>
          <p:spPr>
            <a:xfrm>
              <a:off x="5456589" y="1702436"/>
              <a:ext cx="1517503" cy="1257971"/>
            </a:xfrm>
            <a:prstGeom prst="octagon">
              <a:avLst>
                <a:gd name="adj" fmla="val 20216"/>
              </a:avLst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400" b="1"/>
            </a:p>
          </p:txBody>
        </p:sp>
        <p:pic>
          <p:nvPicPr>
            <p:cNvPr id="14" name="Picture 13" descr="Shape&#10;&#10;Description automatically generated">
              <a:extLst>
                <a:ext uri="{FF2B5EF4-FFF2-40B4-BE49-F238E27FC236}">
                  <a16:creationId xmlns:a16="http://schemas.microsoft.com/office/drawing/2014/main" id="{028E6AE9-7CBE-16E7-1BA1-11319DD6C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958525" y="3912103"/>
              <a:ext cx="297181" cy="290565"/>
            </a:xfrm>
            <a:prstGeom prst="rect">
              <a:avLst/>
            </a:prstGeom>
          </p:spPr>
        </p:pic>
        <p:pic>
          <p:nvPicPr>
            <p:cNvPr id="15" name="Picture 14" descr="Shape&#10;&#10;Description automatically generated">
              <a:extLst>
                <a:ext uri="{FF2B5EF4-FFF2-40B4-BE49-F238E27FC236}">
                  <a16:creationId xmlns:a16="http://schemas.microsoft.com/office/drawing/2014/main" id="{B42105C9-A044-CC79-584D-19DF80644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5903712" y="3909299"/>
              <a:ext cx="297181" cy="290565"/>
            </a:xfrm>
            <a:prstGeom prst="rect">
              <a:avLst/>
            </a:prstGeom>
          </p:spPr>
        </p:pic>
        <p:pic>
          <p:nvPicPr>
            <p:cNvPr id="16" name="Picture 15" descr="Shape&#10;&#10;Description automatically generated">
              <a:extLst>
                <a:ext uri="{FF2B5EF4-FFF2-40B4-BE49-F238E27FC236}">
                  <a16:creationId xmlns:a16="http://schemas.microsoft.com/office/drawing/2014/main" id="{159CC935-D138-1F32-DF4C-0BC59D620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56334" y="3284683"/>
              <a:ext cx="297181" cy="29056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7D5305-FD2A-43D0-E004-B0BE3A95C64D}"/>
                </a:ext>
              </a:extLst>
            </p:cNvPr>
            <p:cNvSpPr/>
            <p:nvPr/>
          </p:nvSpPr>
          <p:spPr>
            <a:xfrm>
              <a:off x="7223577" y="3287990"/>
              <a:ext cx="498184" cy="166925"/>
            </a:xfrm>
            <a:prstGeom prst="rect">
              <a:avLst/>
            </a:prstGeom>
            <a:gradFill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0"/>
                    <a:lumOff val="100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00" b="1"/>
            </a:p>
          </p:txBody>
        </p:sp>
        <p:pic>
          <p:nvPicPr>
            <p:cNvPr id="18" name="Picture 17" descr="Shape&#10;&#10;Description automatically generated">
              <a:extLst>
                <a:ext uri="{FF2B5EF4-FFF2-40B4-BE49-F238E27FC236}">
                  <a16:creationId xmlns:a16="http://schemas.microsoft.com/office/drawing/2014/main" id="{D459695D-7703-EFF5-A1AB-A3CD8A846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380547" y="2194696"/>
              <a:ext cx="297181" cy="297181"/>
            </a:xfrm>
            <a:prstGeom prst="rect">
              <a:avLst/>
            </a:prstGeom>
          </p:spPr>
        </p:pic>
        <p:pic>
          <p:nvPicPr>
            <p:cNvPr id="19" name="Picture 18" descr="Shape&#10;&#10;Description automatically generated">
              <a:extLst>
                <a:ext uri="{FF2B5EF4-FFF2-40B4-BE49-F238E27FC236}">
                  <a16:creationId xmlns:a16="http://schemas.microsoft.com/office/drawing/2014/main" id="{0199609E-4DFC-565D-73BD-0F3863B71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3778947" y="2183129"/>
              <a:ext cx="297181" cy="297181"/>
            </a:xfrm>
            <a:prstGeom prst="rect">
              <a:avLst/>
            </a:prstGeom>
          </p:spPr>
        </p:pic>
        <p:pic>
          <p:nvPicPr>
            <p:cNvPr id="20" name="Picture 19" descr="Shape, rectangle&#10;&#10;Description automatically generated">
              <a:extLst>
                <a:ext uri="{FF2B5EF4-FFF2-40B4-BE49-F238E27FC236}">
                  <a16:creationId xmlns:a16="http://schemas.microsoft.com/office/drawing/2014/main" id="{311E83C7-51C1-9E29-A6C9-057DD4F36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476" y="2029046"/>
              <a:ext cx="783338" cy="58521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C32286-83CC-DAA9-AE5B-AD4CB9D09B7D}"/>
                </a:ext>
              </a:extLst>
            </p:cNvPr>
            <p:cNvSpPr txBox="1"/>
            <p:nvPr/>
          </p:nvSpPr>
          <p:spPr>
            <a:xfrm>
              <a:off x="372633" y="2194696"/>
              <a:ext cx="793173" cy="26161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1064nm</a:t>
              </a:r>
              <a:endParaRPr lang="zh-CN" altLang="en-US" sz="9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AA5AF4D-41B5-2E52-C920-53CB98B97768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V="1">
              <a:off x="1165806" y="2321654"/>
              <a:ext cx="595881" cy="3847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FF0000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 descr="Shape, rectangle&#10;&#10;Description automatically generated">
              <a:extLst>
                <a:ext uri="{FF2B5EF4-FFF2-40B4-BE49-F238E27FC236}">
                  <a16:creationId xmlns:a16="http://schemas.microsoft.com/office/drawing/2014/main" id="{F9F2471D-68C1-E069-C3D6-3B6C351F0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4703" y="2118961"/>
              <a:ext cx="405385" cy="40538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6269EB-2AAB-DD87-1B81-38B88CE2532B}"/>
                </a:ext>
              </a:extLst>
            </p:cNvPr>
            <p:cNvSpPr txBox="1"/>
            <p:nvPr/>
          </p:nvSpPr>
          <p:spPr>
            <a:xfrm>
              <a:off x="1568600" y="2187936"/>
              <a:ext cx="637701" cy="230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EOM1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626DF4-1DEA-5E7D-1823-5ED14210D991}"/>
                </a:ext>
              </a:extLst>
            </p:cNvPr>
            <p:cNvSpPr txBox="1"/>
            <p:nvPr/>
          </p:nvSpPr>
          <p:spPr>
            <a:xfrm>
              <a:off x="1495900" y="2552707"/>
              <a:ext cx="823122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Int. modulator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310B473-CDA4-F7A2-9643-3DC7605E34C7}"/>
                </a:ext>
              </a:extLst>
            </p:cNvPr>
            <p:cNvCxnSpPr>
              <a:cxnSpLocks/>
            </p:cNvCxnSpPr>
            <p:nvPr/>
          </p:nvCxnSpPr>
          <p:spPr>
            <a:xfrm>
              <a:off x="2059511" y="2321654"/>
              <a:ext cx="632752" cy="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FF0000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6" descr="Shape, rectangle&#10;&#10;Description automatically generated">
              <a:extLst>
                <a:ext uri="{FF2B5EF4-FFF2-40B4-BE49-F238E27FC236}">
                  <a16:creationId xmlns:a16="http://schemas.microsoft.com/office/drawing/2014/main" id="{47FA06A8-8800-BFFC-7910-B6A23E38D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5278" y="2118961"/>
              <a:ext cx="405385" cy="40538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13E084-EC61-2C61-8301-5213159A93B6}"/>
                </a:ext>
              </a:extLst>
            </p:cNvPr>
            <p:cNvSpPr txBox="1"/>
            <p:nvPr/>
          </p:nvSpPr>
          <p:spPr>
            <a:xfrm>
              <a:off x="2509695" y="2198924"/>
              <a:ext cx="583020" cy="2525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EOM2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9AEF7C-8032-E593-CC15-D528F73D1E5F}"/>
                </a:ext>
              </a:extLst>
            </p:cNvPr>
            <p:cNvSpPr txBox="1"/>
            <p:nvPr/>
          </p:nvSpPr>
          <p:spPr>
            <a:xfrm>
              <a:off x="2385530" y="2552707"/>
              <a:ext cx="901021" cy="369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Pol. modulator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7F8AA03-EFAC-56DD-3EE9-3379B089C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590" y="2186524"/>
              <a:ext cx="117348" cy="297181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202C60-2669-8D48-699B-0F3EF3C2F456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2990663" y="2335115"/>
              <a:ext cx="83927" cy="463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FF0000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CA3B00-D3EC-4359-49FC-8EACB0586F6A}"/>
                </a:ext>
              </a:extLst>
            </p:cNvPr>
            <p:cNvSpPr/>
            <p:nvPr/>
          </p:nvSpPr>
          <p:spPr>
            <a:xfrm>
              <a:off x="3347230" y="2272145"/>
              <a:ext cx="2105381" cy="15220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FF00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200" b="1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3AE1B2-3455-DEC1-CB67-28127D386F50}"/>
                </a:ext>
              </a:extLst>
            </p:cNvPr>
            <p:cNvSpPr txBox="1"/>
            <p:nvPr/>
          </p:nvSpPr>
          <p:spPr>
            <a:xfrm>
              <a:off x="2898438" y="1817096"/>
              <a:ext cx="722986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Spatial</a:t>
              </a:r>
            </a:p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A3CC30D-98BD-0E71-B8D1-B3D2736886D6}"/>
                </a:ext>
              </a:extLst>
            </p:cNvPr>
            <p:cNvCxnSpPr>
              <a:cxnSpLocks/>
            </p:cNvCxnSpPr>
            <p:nvPr/>
          </p:nvCxnSpPr>
          <p:spPr>
            <a:xfrm>
              <a:off x="3217453" y="2161949"/>
              <a:ext cx="0" cy="1485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7FEE77-0453-5025-5E74-94211F69FBFE}"/>
                </a:ext>
              </a:extLst>
            </p:cNvPr>
            <p:cNvCxnSpPr>
              <a:cxnSpLocks/>
            </p:cNvCxnSpPr>
            <p:nvPr/>
          </p:nvCxnSpPr>
          <p:spPr>
            <a:xfrm>
              <a:off x="3213075" y="2341231"/>
              <a:ext cx="0" cy="1485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FB1AC7E-411D-5271-B04E-864E07E76DCB}"/>
                </a:ext>
              </a:extLst>
            </p:cNvPr>
            <p:cNvSpPr txBox="1"/>
            <p:nvPr/>
          </p:nvSpPr>
          <p:spPr>
            <a:xfrm>
              <a:off x="3573091" y="1930537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DBS 1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Picture 36" descr="Shape, rectangle&#10;&#10;Description automatically generated">
              <a:extLst>
                <a:ext uri="{FF2B5EF4-FFF2-40B4-BE49-F238E27FC236}">
                  <a16:creationId xmlns:a16="http://schemas.microsoft.com/office/drawing/2014/main" id="{1A351739-5B28-F06B-4E5C-4F7A01E99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411" y="2906871"/>
              <a:ext cx="783338" cy="585217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A8D0044-614A-B870-DADF-1CFA36CF2D5F}"/>
                </a:ext>
              </a:extLst>
            </p:cNvPr>
            <p:cNvSpPr/>
            <p:nvPr/>
          </p:nvSpPr>
          <p:spPr>
            <a:xfrm>
              <a:off x="362998" y="3045373"/>
              <a:ext cx="794506" cy="311444"/>
            </a:xfrm>
            <a:prstGeom prst="rect">
              <a:avLst/>
            </a:prstGeom>
            <a:ln>
              <a:noFill/>
            </a:ln>
            <a:effectLst>
              <a:softEdge rad="31750"/>
            </a:effec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800" b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6D14211-E711-CD30-8C18-482143BE8594}"/>
                </a:ext>
              </a:extLst>
            </p:cNvPr>
            <p:cNvSpPr txBox="1"/>
            <p:nvPr/>
          </p:nvSpPr>
          <p:spPr>
            <a:xfrm>
              <a:off x="390707" y="3032039"/>
              <a:ext cx="689840" cy="26161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532nm</a:t>
              </a:r>
              <a:endParaRPr lang="zh-CN" altLang="en-US" sz="9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02F8B0-D00D-579F-E2C6-A01A9394EF86}"/>
                </a:ext>
              </a:extLst>
            </p:cNvPr>
            <p:cNvCxnSpPr>
              <a:cxnSpLocks/>
            </p:cNvCxnSpPr>
            <p:nvPr/>
          </p:nvCxnSpPr>
          <p:spPr>
            <a:xfrm>
              <a:off x="1119410" y="3196280"/>
              <a:ext cx="876078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59E754E-2556-DA7E-1B84-39975F6F8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93613" y="3045373"/>
              <a:ext cx="117348" cy="29718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DBCA19D-1C93-FE3D-FD89-FE35019DB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60213" y="3045373"/>
              <a:ext cx="117348" cy="297181"/>
            </a:xfrm>
            <a:prstGeom prst="rect">
              <a:avLst/>
            </a:prstGeom>
          </p:spPr>
        </p:pic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E07D9E2-05D0-0D91-94E5-2E13B9D61586}"/>
                </a:ext>
              </a:extLst>
            </p:cNvPr>
            <p:cNvCxnSpPr>
              <a:cxnSpLocks/>
              <a:stCxn id="30" idx="3"/>
              <a:endCxn id="106" idx="1"/>
            </p:cNvCxnSpPr>
            <p:nvPr/>
          </p:nvCxnSpPr>
          <p:spPr>
            <a:xfrm flipV="1">
              <a:off x="3191938" y="2332602"/>
              <a:ext cx="47428" cy="2513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FF0000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F46A888-6A8D-46E4-AF6A-0ED08CFAD40C}"/>
                </a:ext>
              </a:extLst>
            </p:cNvPr>
            <p:cNvCxnSpPr>
              <a:cxnSpLocks/>
              <a:stCxn id="41" idx="3"/>
              <a:endCxn id="42" idx="1"/>
            </p:cNvCxnSpPr>
            <p:nvPr/>
          </p:nvCxnSpPr>
          <p:spPr>
            <a:xfrm>
              <a:off x="2110961" y="3193964"/>
              <a:ext cx="49252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382BE40-539F-1E8D-57F4-A28CE107AD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3861" y="3192658"/>
              <a:ext cx="1639281" cy="1306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6197826-4FD3-2422-9509-0E34B4BD38ED}"/>
                </a:ext>
              </a:extLst>
            </p:cNvPr>
            <p:cNvSpPr txBox="1"/>
            <p:nvPr/>
          </p:nvSpPr>
          <p:spPr>
            <a:xfrm>
              <a:off x="1651817" y="3312207"/>
              <a:ext cx="832857" cy="315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telescope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54F9010-70FA-F097-81D4-80A5D1E161EA}"/>
                </a:ext>
              </a:extLst>
            </p:cNvPr>
            <p:cNvCxnSpPr>
              <a:cxnSpLocks/>
            </p:cNvCxnSpPr>
            <p:nvPr/>
          </p:nvCxnSpPr>
          <p:spPr>
            <a:xfrm>
              <a:off x="3921293" y="2341231"/>
              <a:ext cx="0" cy="83597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>
                      <a:alpha val="16000"/>
                    </a:schemeClr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46BC4D03-8898-D907-B926-C81326B01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592223">
              <a:off x="3882724" y="3054408"/>
              <a:ext cx="165752" cy="368809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890436A-5987-29BA-E6EC-47CED3356E0C}"/>
                </a:ext>
              </a:extLst>
            </p:cNvPr>
            <p:cNvCxnSpPr>
              <a:cxnSpLocks/>
            </p:cNvCxnSpPr>
            <p:nvPr/>
          </p:nvCxnSpPr>
          <p:spPr>
            <a:xfrm>
              <a:off x="4529137" y="1885950"/>
              <a:ext cx="0" cy="455281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33000"/>
                    </a:schemeClr>
                  </a:gs>
                  <a:gs pos="54000">
                    <a:srgbClr val="92D050"/>
                  </a:gs>
                  <a:gs pos="100000">
                    <a:schemeClr val="bg1">
                      <a:alpha val="31000"/>
                    </a:schemeClr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4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ADCA60E-D01C-8530-9597-C4EF23BD2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4234208" y="1442430"/>
              <a:ext cx="593730" cy="29331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75D4374-A49D-5878-191C-34B0F501E9EF}"/>
                </a:ext>
              </a:extLst>
            </p:cNvPr>
            <p:cNvSpPr txBox="1"/>
            <p:nvPr/>
          </p:nvSpPr>
          <p:spPr>
            <a:xfrm>
              <a:off x="4152253" y="1057003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+z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EC70E8B-867D-A323-0374-A9D1A4A4D882}"/>
                </a:ext>
              </a:extLst>
            </p:cNvPr>
            <p:cNvSpPr txBox="1"/>
            <p:nvPr/>
          </p:nvSpPr>
          <p:spPr>
            <a:xfrm>
              <a:off x="4167645" y="2495599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9:1 BS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3870906-B5D4-017C-D626-450F8AEDB7FE}"/>
                </a:ext>
              </a:extLst>
            </p:cNvPr>
            <p:cNvSpPr/>
            <p:nvPr/>
          </p:nvSpPr>
          <p:spPr>
            <a:xfrm rot="5400000">
              <a:off x="5257697" y="2289605"/>
              <a:ext cx="716434" cy="89903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3A5BCDBF-8ED7-8238-0800-663DF2E611DE}"/>
                </a:ext>
              </a:extLst>
            </p:cNvPr>
            <p:cNvSpPr/>
            <p:nvPr/>
          </p:nvSpPr>
          <p:spPr>
            <a:xfrm rot="5400000">
              <a:off x="6038633" y="2241494"/>
              <a:ext cx="192216" cy="214330"/>
            </a:xfrm>
            <a:prstGeom prst="triangle">
              <a:avLst/>
            </a:prstGeom>
            <a:gradFill flip="none" rotWithShape="1"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0"/>
                    <a:lumOff val="10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F79796DC-A003-9DC8-1144-E2E5C3AFD118}"/>
                </a:ext>
              </a:extLst>
            </p:cNvPr>
            <p:cNvSpPr/>
            <p:nvPr/>
          </p:nvSpPr>
          <p:spPr>
            <a:xfrm rot="16200000">
              <a:off x="6239757" y="2205129"/>
              <a:ext cx="268679" cy="289454"/>
            </a:xfrm>
            <a:prstGeom prst="triangle">
              <a:avLst/>
            </a:prstGeom>
            <a:gradFill flip="none" rotWithShape="1"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0"/>
                    <a:lumOff val="10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25FD22A-0DC3-A2D6-A978-45E5570AFC66}"/>
                </a:ext>
              </a:extLst>
            </p:cNvPr>
            <p:cNvSpPr/>
            <p:nvPr/>
          </p:nvSpPr>
          <p:spPr>
            <a:xfrm rot="5400000">
              <a:off x="6502387" y="2300749"/>
              <a:ext cx="716432" cy="8357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4071F95B-5721-35BE-0CC8-CF34D6AC99E0}"/>
                </a:ext>
              </a:extLst>
            </p:cNvPr>
            <p:cNvSpPr/>
            <p:nvPr/>
          </p:nvSpPr>
          <p:spPr>
            <a:xfrm rot="5400000">
              <a:off x="6118713" y="2226867"/>
              <a:ext cx="45719" cy="23914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27000"/>
                  </a:schemeClr>
                </a:gs>
                <a:gs pos="54000">
                  <a:srgbClr val="92D050"/>
                </a:gs>
                <a:gs pos="100000">
                  <a:schemeClr val="bg1">
                    <a:alpha val="28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A804FDF8-7F19-FA69-BFC8-337CC607B83F}"/>
                </a:ext>
              </a:extLst>
            </p:cNvPr>
            <p:cNvSpPr/>
            <p:nvPr/>
          </p:nvSpPr>
          <p:spPr>
            <a:xfrm rot="16200000">
              <a:off x="6343585" y="2207356"/>
              <a:ext cx="45719" cy="281498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27000"/>
                  </a:schemeClr>
                </a:gs>
                <a:gs pos="54000">
                  <a:srgbClr val="92D050"/>
                </a:gs>
                <a:gs pos="100000">
                  <a:schemeClr val="bg1">
                    <a:alpha val="28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EE4ACDA-2A11-3CB9-35F8-6D6BA5C65F0E}"/>
                </a:ext>
              </a:extLst>
            </p:cNvPr>
            <p:cNvSpPr txBox="1"/>
            <p:nvPr/>
          </p:nvSpPr>
          <p:spPr>
            <a:xfrm>
              <a:off x="5748390" y="1278240"/>
              <a:ext cx="954611" cy="369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Vacuum chamber</a:t>
              </a:r>
              <a:endParaRPr lang="zh-CN" altLang="en-US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4C89197-8FEE-EA02-BCA2-2AE24C15F81E}"/>
                </a:ext>
              </a:extLst>
            </p:cNvPr>
            <p:cNvSpPr txBox="1"/>
            <p:nvPr/>
          </p:nvSpPr>
          <p:spPr>
            <a:xfrm>
              <a:off x="5642149" y="1860923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NA0.78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7607DA6-8B58-0681-9A15-413AAE753455}"/>
                </a:ext>
              </a:extLst>
            </p:cNvPr>
            <p:cNvSpPr/>
            <p:nvPr/>
          </p:nvSpPr>
          <p:spPr>
            <a:xfrm>
              <a:off x="6974092" y="2234808"/>
              <a:ext cx="710480" cy="235001"/>
            </a:xfrm>
            <a:prstGeom prst="rect">
              <a:avLst/>
            </a:prstGeom>
            <a:gradFill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0"/>
                    <a:lumOff val="100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800" b="1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31DEB27-2352-B756-E7A4-3D3E2C3E7A1A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>
              <a:off x="6974092" y="2352309"/>
              <a:ext cx="689183" cy="7465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62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5665529D-1331-FD7D-9A2D-A474B3B0F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65635" y="3161139"/>
              <a:ext cx="283465" cy="420625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C8439E3-052F-A946-BC3F-49A51E68A681}"/>
                </a:ext>
              </a:extLst>
            </p:cNvPr>
            <p:cNvSpPr txBox="1"/>
            <p:nvPr/>
          </p:nvSpPr>
          <p:spPr>
            <a:xfrm>
              <a:off x="6262841" y="3287990"/>
              <a:ext cx="722986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Beam block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4AE20AF-56C3-D081-8623-383FA5A5F420}"/>
                </a:ext>
              </a:extLst>
            </p:cNvPr>
            <p:cNvCxnSpPr>
              <a:cxnSpLocks/>
            </p:cNvCxnSpPr>
            <p:nvPr/>
          </p:nvCxnSpPr>
          <p:spPr>
            <a:xfrm>
              <a:off x="1602566" y="4054582"/>
              <a:ext cx="6085067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D9200F0-9E13-D26F-07CD-A3199058F714}"/>
                </a:ext>
              </a:extLst>
            </p:cNvPr>
            <p:cNvSpPr txBox="1"/>
            <p:nvPr/>
          </p:nvSpPr>
          <p:spPr>
            <a:xfrm>
              <a:off x="5688427" y="3661854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9:1 BS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4ADA4F7-3ADA-84A7-0BE4-72A03548E720}"/>
                </a:ext>
              </a:extLst>
            </p:cNvPr>
            <p:cNvCxnSpPr>
              <a:cxnSpLocks/>
            </p:cNvCxnSpPr>
            <p:nvPr/>
          </p:nvCxnSpPr>
          <p:spPr>
            <a:xfrm>
              <a:off x="6049920" y="4054581"/>
              <a:ext cx="0" cy="1264179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47">
              <a:extLst>
                <a:ext uri="{FF2B5EF4-FFF2-40B4-BE49-F238E27FC236}">
                  <a16:creationId xmlns:a16="http://schemas.microsoft.com/office/drawing/2014/main" id="{0CF0128F-21C9-99A8-6AB2-D55D7F6A9210}"/>
                </a:ext>
              </a:extLst>
            </p:cNvPr>
            <p:cNvSpPr txBox="1"/>
            <p:nvPr/>
          </p:nvSpPr>
          <p:spPr>
            <a:xfrm>
              <a:off x="6310575" y="4417065"/>
              <a:ext cx="1373997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50" b="1" dirty="0"/>
                <a:t>D-Shape mirror in X</a:t>
              </a:r>
              <a:endParaRPr lang="zh-CN" altLang="en-US" sz="1050" b="1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FC7DDD4-25E3-391C-E6CC-73936B33B2BC}"/>
                </a:ext>
              </a:extLst>
            </p:cNvPr>
            <p:cNvCxnSpPr>
              <a:cxnSpLocks/>
            </p:cNvCxnSpPr>
            <p:nvPr/>
          </p:nvCxnSpPr>
          <p:spPr>
            <a:xfrm>
              <a:off x="5688427" y="4710272"/>
              <a:ext cx="361493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CD3213F-0E7B-9C1A-29A3-C6506593ED17}"/>
                </a:ext>
              </a:extLst>
            </p:cNvPr>
            <p:cNvCxnSpPr>
              <a:cxnSpLocks/>
            </p:cNvCxnSpPr>
            <p:nvPr/>
          </p:nvCxnSpPr>
          <p:spPr>
            <a:xfrm>
              <a:off x="5688067" y="4710272"/>
              <a:ext cx="360" cy="608488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4" name="Picture 7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0436E04-709D-F418-C381-1461BD027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5767843" y="5467565"/>
              <a:ext cx="593730" cy="293310"/>
            </a:xfrm>
            <a:prstGeom prst="rect">
              <a:avLst/>
            </a:prstGeom>
          </p:spPr>
        </p:pic>
        <p:pic>
          <p:nvPicPr>
            <p:cNvPr id="75" name="Picture 7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E0D2FA2-1EF1-C823-D29A-DF49EFBCD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5383548" y="5467564"/>
              <a:ext cx="593730" cy="293310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25F40D6-9BAE-C2E9-49FF-CA9F3BC5CBB2}"/>
                </a:ext>
              </a:extLst>
            </p:cNvPr>
            <p:cNvSpPr txBox="1"/>
            <p:nvPr/>
          </p:nvSpPr>
          <p:spPr>
            <a:xfrm>
              <a:off x="6153714" y="5506496"/>
              <a:ext cx="409446" cy="230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+x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C247F72-8A4D-C5C8-BDC8-BC69DFB15918}"/>
                </a:ext>
              </a:extLst>
            </p:cNvPr>
            <p:cNvSpPr txBox="1"/>
            <p:nvPr/>
          </p:nvSpPr>
          <p:spPr>
            <a:xfrm>
              <a:off x="5149466" y="5506496"/>
              <a:ext cx="441943" cy="230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-x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68E81DC-13B1-6D67-DF64-BD1C2261AF93}"/>
                </a:ext>
              </a:extLst>
            </p:cNvPr>
            <p:cNvSpPr txBox="1"/>
            <p:nvPr/>
          </p:nvSpPr>
          <p:spPr>
            <a:xfrm>
              <a:off x="3743240" y="3664658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9:1 BS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BBEAF07-A5C2-0CEA-55F8-EDBC4692FDDB}"/>
                </a:ext>
              </a:extLst>
            </p:cNvPr>
            <p:cNvCxnSpPr>
              <a:cxnSpLocks/>
            </p:cNvCxnSpPr>
            <p:nvPr/>
          </p:nvCxnSpPr>
          <p:spPr>
            <a:xfrm>
              <a:off x="4104733" y="4057385"/>
              <a:ext cx="0" cy="1264179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47">
              <a:extLst>
                <a:ext uri="{FF2B5EF4-FFF2-40B4-BE49-F238E27FC236}">
                  <a16:creationId xmlns:a16="http://schemas.microsoft.com/office/drawing/2014/main" id="{7FB9ED98-CBC9-7229-49E8-2F97F8F46185}"/>
                </a:ext>
              </a:extLst>
            </p:cNvPr>
            <p:cNvSpPr txBox="1"/>
            <p:nvPr/>
          </p:nvSpPr>
          <p:spPr>
            <a:xfrm>
              <a:off x="4167646" y="4400450"/>
              <a:ext cx="1129354" cy="7386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50" b="1" dirty="0"/>
                <a:t>D-Shape mirror in Y</a:t>
              </a:r>
              <a:endParaRPr lang="zh-CN" altLang="en-US" sz="1050" b="1" dirty="0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A7C5C98-95A6-7421-E99E-7557C396A3CD}"/>
                </a:ext>
              </a:extLst>
            </p:cNvPr>
            <p:cNvCxnSpPr>
              <a:cxnSpLocks/>
            </p:cNvCxnSpPr>
            <p:nvPr/>
          </p:nvCxnSpPr>
          <p:spPr>
            <a:xfrm>
              <a:off x="3743240" y="4713076"/>
              <a:ext cx="361493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Picture 81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A0F00908-0822-D3D6-4C0C-65FA1BD0B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3207174">
              <a:off x="3612581" y="4472649"/>
              <a:ext cx="165752" cy="368809"/>
            </a:xfrm>
            <a:prstGeom prst="rect">
              <a:avLst/>
            </a:prstGeom>
          </p:spPr>
        </p:pic>
        <p:pic>
          <p:nvPicPr>
            <p:cNvPr id="84" name="Picture 8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29B4626-E28B-5A65-90CD-66F8CACEC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3822656" y="5470369"/>
              <a:ext cx="593730" cy="293310"/>
            </a:xfrm>
            <a:prstGeom prst="rect">
              <a:avLst/>
            </a:prstGeom>
          </p:spPr>
        </p:pic>
        <p:pic>
          <p:nvPicPr>
            <p:cNvPr id="85" name="Picture 8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F7793BE-3835-A6C3-51AC-308C22E1D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3438361" y="5470368"/>
              <a:ext cx="593730" cy="293310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3B535F6-FE29-41EE-4DB3-C39AE0BE4F36}"/>
                </a:ext>
              </a:extLst>
            </p:cNvPr>
            <p:cNvSpPr txBox="1"/>
            <p:nvPr/>
          </p:nvSpPr>
          <p:spPr>
            <a:xfrm>
              <a:off x="4200863" y="5577093"/>
              <a:ext cx="432464" cy="230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+y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A715A89-C9FB-53C9-E94B-DB87F71CF3A0}"/>
                </a:ext>
              </a:extLst>
            </p:cNvPr>
            <p:cNvSpPr txBox="1"/>
            <p:nvPr/>
          </p:nvSpPr>
          <p:spPr>
            <a:xfrm>
              <a:off x="3261930" y="5506496"/>
              <a:ext cx="397969" cy="230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-y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Diagonal Stripe 87">
              <a:extLst>
                <a:ext uri="{FF2B5EF4-FFF2-40B4-BE49-F238E27FC236}">
                  <a16:creationId xmlns:a16="http://schemas.microsoft.com/office/drawing/2014/main" id="{E562913B-8392-4805-0529-87F85DBDF403}"/>
                </a:ext>
              </a:extLst>
            </p:cNvPr>
            <p:cNvSpPr/>
            <p:nvPr/>
          </p:nvSpPr>
          <p:spPr>
            <a:xfrm rot="10634311">
              <a:off x="4073850" y="4533373"/>
              <a:ext cx="187789" cy="192858"/>
            </a:xfrm>
            <a:prstGeom prst="diagStripe">
              <a:avLst>
                <a:gd name="adj" fmla="val 577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>
                <a:solidFill>
                  <a:schemeClr val="tx1"/>
                </a:solidFill>
              </a:endParaRPr>
            </a:p>
          </p:txBody>
        </p:sp>
        <p:pic>
          <p:nvPicPr>
            <p:cNvPr id="89" name="Picture 88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53B69B3E-1D41-848B-CB08-1D5786304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3332301">
              <a:off x="1467429" y="3824364"/>
              <a:ext cx="165752" cy="368809"/>
            </a:xfrm>
            <a:prstGeom prst="rect">
              <a:avLst/>
            </a:prstGeom>
          </p:spPr>
        </p:pic>
        <p:pic>
          <p:nvPicPr>
            <p:cNvPr id="91" name="Picture 90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B9E6678-D7AE-1A92-1132-510383056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1292706" y="5435676"/>
              <a:ext cx="593730" cy="29331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ABCF4BB-DDD3-CE02-1605-F1A1867BAC95}"/>
                </a:ext>
              </a:extLst>
            </p:cNvPr>
            <p:cNvSpPr txBox="1"/>
            <p:nvPr/>
          </p:nvSpPr>
          <p:spPr>
            <a:xfrm>
              <a:off x="939997" y="5469526"/>
              <a:ext cx="722986" cy="2308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-z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3" name="Picture 9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61C5ED5-329D-3C85-63F6-8DC620422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43240" y="5874002"/>
              <a:ext cx="368809" cy="368809"/>
            </a:xfrm>
            <a:prstGeom prst="rect">
              <a:avLst/>
            </a:prstGeom>
          </p:spPr>
        </p:pic>
        <p:pic>
          <p:nvPicPr>
            <p:cNvPr id="94" name="Picture 9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AEB1C0-CCAE-56D1-4A75-BACDAD6A4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80413" y="5851250"/>
              <a:ext cx="368809" cy="368809"/>
            </a:xfrm>
            <a:prstGeom prst="rect">
              <a:avLst/>
            </a:prstGeom>
          </p:spPr>
        </p:pic>
        <p:pic>
          <p:nvPicPr>
            <p:cNvPr id="95" name="Picture 9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79EF09-993D-65FE-EADB-F7CD4AB12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81486" y="5838100"/>
              <a:ext cx="368809" cy="368809"/>
            </a:xfrm>
            <a:prstGeom prst="rect">
              <a:avLst/>
            </a:prstGeom>
          </p:spPr>
        </p:pic>
        <p:pic>
          <p:nvPicPr>
            <p:cNvPr id="96" name="Picture 95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E42CFCD3-D978-CD9E-A055-3DD197D46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5400000">
              <a:off x="1725220" y="5469403"/>
              <a:ext cx="597409" cy="293311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53515CE-620D-71A2-5FBE-E55EFA96AA75}"/>
                </a:ext>
              </a:extLst>
            </p:cNvPr>
            <p:cNvSpPr txBox="1"/>
            <p:nvPr/>
          </p:nvSpPr>
          <p:spPr>
            <a:xfrm>
              <a:off x="1681007" y="5180606"/>
              <a:ext cx="722986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+z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TextBox 47">
              <a:extLst>
                <a:ext uri="{FF2B5EF4-FFF2-40B4-BE49-F238E27FC236}">
                  <a16:creationId xmlns:a16="http://schemas.microsoft.com/office/drawing/2014/main" id="{C2ABBC21-607E-79AB-1BD4-A3D54B7C09F7}"/>
                </a:ext>
              </a:extLst>
            </p:cNvPr>
            <p:cNvSpPr txBox="1"/>
            <p:nvPr/>
          </p:nvSpPr>
          <p:spPr>
            <a:xfrm>
              <a:off x="4592819" y="5774824"/>
              <a:ext cx="946902" cy="5232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50" b="1" dirty="0"/>
                <a:t>Balance detector</a:t>
              </a:r>
              <a:endParaRPr lang="zh-CN" altLang="en-US" sz="105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2E79506-F74D-5EFD-DF10-3A8119D3913F}"/>
                </a:ext>
              </a:extLst>
            </p:cNvPr>
            <p:cNvCxnSpPr>
              <a:stCxn id="94" idx="3"/>
            </p:cNvCxnSpPr>
            <p:nvPr/>
          </p:nvCxnSpPr>
          <p:spPr>
            <a:xfrm flipV="1">
              <a:off x="6049222" y="6035654"/>
              <a:ext cx="140661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CA99A3DC-EFC6-A5E2-3F42-8A3B94FEE32D}"/>
                </a:ext>
              </a:extLst>
            </p:cNvPr>
            <p:cNvCxnSpPr>
              <a:cxnSpLocks/>
              <a:stCxn id="93" idx="2"/>
              <a:endCxn id="102" idx="1"/>
            </p:cNvCxnSpPr>
            <p:nvPr/>
          </p:nvCxnSpPr>
          <p:spPr>
            <a:xfrm rot="16200000" flipH="1">
              <a:off x="5643400" y="4527056"/>
              <a:ext cx="113515" cy="354502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: Elbow 100">
              <a:extLst>
                <a:ext uri="{FF2B5EF4-FFF2-40B4-BE49-F238E27FC236}">
                  <a16:creationId xmlns:a16="http://schemas.microsoft.com/office/drawing/2014/main" id="{77BD9F59-9C6C-86D2-6F7F-CC9EF58C71C6}"/>
                </a:ext>
              </a:extLst>
            </p:cNvPr>
            <p:cNvCxnSpPr>
              <a:cxnSpLocks/>
            </p:cNvCxnSpPr>
            <p:nvPr/>
          </p:nvCxnSpPr>
          <p:spPr>
            <a:xfrm>
              <a:off x="1764494" y="6229659"/>
              <a:ext cx="5785419" cy="427522"/>
            </a:xfrm>
            <a:prstGeom prst="bentConnector3">
              <a:avLst>
                <a:gd name="adj1" fmla="val -5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1C6B764-9BB9-9A88-0F65-E06406373DBE}"/>
                </a:ext>
              </a:extLst>
            </p:cNvPr>
            <p:cNvSpPr/>
            <p:nvPr/>
          </p:nvSpPr>
          <p:spPr>
            <a:xfrm>
              <a:off x="7472669" y="6005656"/>
              <a:ext cx="1619692" cy="7013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Feedback system</a:t>
              </a:r>
              <a:endParaRPr lang="zh-CN" altLang="en-US" sz="1400" b="1" dirty="0"/>
            </a:p>
          </p:txBody>
        </p:sp>
        <p:cxnSp>
          <p:nvCxnSpPr>
            <p:cNvPr id="103" name="Connector: Elbow 102">
              <a:extLst>
                <a:ext uri="{FF2B5EF4-FFF2-40B4-BE49-F238E27FC236}">
                  <a16:creationId xmlns:a16="http://schemas.microsoft.com/office/drawing/2014/main" id="{AB190AEB-BE18-192E-A0FF-A83BCE548E89}"/>
                </a:ext>
              </a:extLst>
            </p:cNvPr>
            <p:cNvCxnSpPr>
              <a:cxnSpLocks/>
              <a:stCxn id="102" idx="3"/>
            </p:cNvCxnSpPr>
            <p:nvPr/>
          </p:nvCxnSpPr>
          <p:spPr>
            <a:xfrm flipH="1" flipV="1">
              <a:off x="1863052" y="1057005"/>
              <a:ext cx="7229309" cy="5299321"/>
            </a:xfrm>
            <a:prstGeom prst="bentConnector3">
              <a:avLst>
                <a:gd name="adj1" fmla="val -316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4E46A0B-33B3-D1D4-F348-28660B2F5E4B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1857396" y="1057003"/>
              <a:ext cx="0" cy="10619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47">
              <a:extLst>
                <a:ext uri="{FF2B5EF4-FFF2-40B4-BE49-F238E27FC236}">
                  <a16:creationId xmlns:a16="http://schemas.microsoft.com/office/drawing/2014/main" id="{9ABA10DF-23F9-F908-BF90-77473026FBDB}"/>
                </a:ext>
              </a:extLst>
            </p:cNvPr>
            <p:cNvSpPr txBox="1"/>
            <p:nvPr/>
          </p:nvSpPr>
          <p:spPr>
            <a:xfrm>
              <a:off x="2241532" y="5817492"/>
              <a:ext cx="946901" cy="5232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50" b="1" dirty="0"/>
                <a:t>Balance detector</a:t>
              </a:r>
              <a:endParaRPr lang="zh-CN" altLang="en-US" sz="1050" b="1" dirty="0"/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DB5F0C2F-0D5F-1C8E-B600-7E561142C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39366" y="2184011"/>
              <a:ext cx="117348" cy="297181"/>
            </a:xfrm>
            <a:prstGeom prst="rect">
              <a:avLst/>
            </a:prstGeom>
          </p:spPr>
        </p:pic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F3D0196-3CDC-E6A0-9535-861A1C32FEFD}"/>
                </a:ext>
              </a:extLst>
            </p:cNvPr>
            <p:cNvSpPr/>
            <p:nvPr/>
          </p:nvSpPr>
          <p:spPr>
            <a:xfrm rot="5400000">
              <a:off x="7178164" y="2794504"/>
              <a:ext cx="1004650" cy="238177"/>
            </a:xfrm>
            <a:prstGeom prst="rect">
              <a:avLst/>
            </a:prstGeom>
            <a:gradFill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48000"/>
                    <a:lumOff val="52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800" b="1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5FDDB93-9544-5422-EF44-D5C04F26E867}"/>
                </a:ext>
              </a:extLst>
            </p:cNvPr>
            <p:cNvCxnSpPr>
              <a:cxnSpLocks/>
            </p:cNvCxnSpPr>
            <p:nvPr/>
          </p:nvCxnSpPr>
          <p:spPr>
            <a:xfrm>
              <a:off x="7684572" y="2349079"/>
              <a:ext cx="0" cy="1727621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rgbClr val="92D05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9" name="Picture 108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F520C2C0-B1CA-AA30-931D-3510B3CD2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8700743">
              <a:off x="7638885" y="2139957"/>
              <a:ext cx="165752" cy="338988"/>
            </a:xfrm>
            <a:prstGeom prst="rect">
              <a:avLst/>
            </a:prstGeom>
          </p:spPr>
        </p:pic>
        <p:pic>
          <p:nvPicPr>
            <p:cNvPr id="110" name="Picture 109" descr="A picture containing black, dark, light, porcelain&#10;&#10;Description automatically generated">
              <a:extLst>
                <a:ext uri="{FF2B5EF4-FFF2-40B4-BE49-F238E27FC236}">
                  <a16:creationId xmlns:a16="http://schemas.microsoft.com/office/drawing/2014/main" id="{090970BA-6266-74EE-7B15-1E70AD9E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06541" y="1485356"/>
              <a:ext cx="368809" cy="368809"/>
            </a:xfrm>
            <a:prstGeom prst="rect">
              <a:avLst/>
            </a:prstGeom>
          </p:spPr>
        </p:pic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32D9BB5-D683-5E39-9B6C-B38F6D3E8493}"/>
                </a:ext>
              </a:extLst>
            </p:cNvPr>
            <p:cNvCxnSpPr>
              <a:cxnSpLocks/>
              <a:stCxn id="110" idx="2"/>
            </p:cNvCxnSpPr>
            <p:nvPr/>
          </p:nvCxnSpPr>
          <p:spPr>
            <a:xfrm flipH="1">
              <a:off x="2784653" y="1854165"/>
              <a:ext cx="6293" cy="2589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E58AE49-4FBB-A49D-8860-1227A6B494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3142" y="2342537"/>
              <a:ext cx="1539469" cy="6542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  <a:alpha val="49000"/>
                    </a:schemeClr>
                  </a:gs>
                  <a:gs pos="54000">
                    <a:srgbClr val="92D050"/>
                  </a:gs>
                  <a:gs pos="100000">
                    <a:schemeClr val="bg1">
                      <a:alpha val="55000"/>
                    </a:schemeClr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C595204-B34E-44F1-E1D7-DB88763DF4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5887" y="2186636"/>
              <a:ext cx="293426" cy="2874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8F66341-A2B1-E307-6E07-F849AA8567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3162" y="2200846"/>
              <a:ext cx="293426" cy="2874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5164E9A-B7F4-373A-4A75-8791DACD70CD}"/>
                </a:ext>
              </a:extLst>
            </p:cNvPr>
            <p:cNvSpPr txBox="1"/>
            <p:nvPr/>
          </p:nvSpPr>
          <p:spPr>
            <a:xfrm>
              <a:off x="7723437" y="3320922"/>
              <a:ext cx="722986" cy="2638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b="1" dirty="0">
                  <a:latin typeface="Arial" panose="020B0604020202020204" pitchFamily="34" charset="0"/>
                  <a:cs typeface="Arial" panose="020B0604020202020204" pitchFamily="34" charset="0"/>
                </a:rPr>
                <a:t>DBS 2</a:t>
              </a:r>
              <a:endParaRPr lang="zh-CN" altLang="en-US" sz="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490A0BB-CF6C-4493-06CC-464DF303E041}"/>
                </a:ext>
              </a:extLst>
            </p:cNvPr>
            <p:cNvSpPr/>
            <p:nvPr/>
          </p:nvSpPr>
          <p:spPr>
            <a:xfrm>
              <a:off x="5620595" y="2252548"/>
              <a:ext cx="415847" cy="192216"/>
            </a:xfrm>
            <a:prstGeom prst="rect">
              <a:avLst/>
            </a:prstGeom>
            <a:gradFill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0"/>
                    <a:lumOff val="100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500" b="1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2BA8CA3-A618-873D-B23C-1B18E67459F8}"/>
                </a:ext>
              </a:extLst>
            </p:cNvPr>
            <p:cNvSpPr/>
            <p:nvPr/>
          </p:nvSpPr>
          <p:spPr>
            <a:xfrm rot="5400000">
              <a:off x="5829127" y="2307735"/>
              <a:ext cx="408339" cy="55685"/>
            </a:xfrm>
            <a:prstGeom prst="ellipse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55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AEB8757-5AFB-1360-1516-E9EA2DF833F6}"/>
                </a:ext>
              </a:extLst>
            </p:cNvPr>
            <p:cNvSpPr/>
            <p:nvPr/>
          </p:nvSpPr>
          <p:spPr>
            <a:xfrm rot="5400000">
              <a:off x="6314654" y="2315343"/>
              <a:ext cx="408339" cy="55685"/>
            </a:xfrm>
            <a:prstGeom prst="ellipse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55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4F69303-6902-5489-0DCB-CACC49D7378B}"/>
                </a:ext>
              </a:extLst>
            </p:cNvPr>
            <p:cNvSpPr/>
            <p:nvPr/>
          </p:nvSpPr>
          <p:spPr>
            <a:xfrm>
              <a:off x="6538620" y="2230497"/>
              <a:ext cx="320346" cy="235001"/>
            </a:xfrm>
            <a:prstGeom prst="rect">
              <a:avLst/>
            </a:prstGeom>
            <a:gradFill>
              <a:gsLst>
                <a:gs pos="0">
                  <a:srgbClr val="FAC6C6">
                    <a:alpha val="0"/>
                    <a:lumMod val="44000"/>
                    <a:lumOff val="56000"/>
                  </a:srgbClr>
                </a:gs>
                <a:gs pos="55000">
                  <a:srgbClr val="FF0000"/>
                </a:gs>
                <a:gs pos="100000">
                  <a:srgbClr val="FAC6C6">
                    <a:alpha val="0"/>
                    <a:lumMod val="0"/>
                    <a:lumOff val="100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sz="800" b="1"/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4608B81-E264-437B-D32F-6E7A9A7E9ABD}"/>
                </a:ext>
              </a:extLst>
            </p:cNvPr>
            <p:cNvCxnSpPr>
              <a:cxnSpLocks/>
              <a:stCxn id="119" idx="1"/>
              <a:endCxn id="119" idx="3"/>
            </p:cNvCxnSpPr>
            <p:nvPr/>
          </p:nvCxnSpPr>
          <p:spPr>
            <a:xfrm>
              <a:off x="6538620" y="2347998"/>
              <a:ext cx="320346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  <a:alpha val="49000"/>
                    </a:schemeClr>
                  </a:gs>
                  <a:gs pos="54000">
                    <a:srgbClr val="92D050"/>
                  </a:gs>
                  <a:gs pos="100000">
                    <a:schemeClr val="bg1">
                      <a:alpha val="55000"/>
                    </a:schemeClr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263B944-641F-B8A2-D545-29E631199CDD}"/>
                </a:ext>
              </a:extLst>
            </p:cNvPr>
            <p:cNvCxnSpPr>
              <a:cxnSpLocks/>
              <a:stCxn id="116" idx="1"/>
            </p:cNvCxnSpPr>
            <p:nvPr/>
          </p:nvCxnSpPr>
          <p:spPr>
            <a:xfrm>
              <a:off x="5620595" y="2348656"/>
              <a:ext cx="384894" cy="0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  <a:alpha val="49000"/>
                    </a:schemeClr>
                  </a:gs>
                  <a:gs pos="54000">
                    <a:srgbClr val="92D050"/>
                  </a:gs>
                  <a:gs pos="100000">
                    <a:schemeClr val="bg1">
                      <a:alpha val="55000"/>
                    </a:schemeClr>
                  </a:gs>
                </a:gsLst>
                <a:lin ang="5400000" scaled="1"/>
              </a:gradFill>
            </a:ln>
            <a:effectLst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Diagonal Stripe 66">
              <a:extLst>
                <a:ext uri="{FF2B5EF4-FFF2-40B4-BE49-F238E27FC236}">
                  <a16:creationId xmlns:a16="http://schemas.microsoft.com/office/drawing/2014/main" id="{6FF6DBAC-1EED-3D9B-942A-B2A1C5F98926}"/>
                </a:ext>
              </a:extLst>
            </p:cNvPr>
            <p:cNvSpPr/>
            <p:nvPr/>
          </p:nvSpPr>
          <p:spPr>
            <a:xfrm rot="10634311">
              <a:off x="6042055" y="4530570"/>
              <a:ext cx="187789" cy="192858"/>
            </a:xfrm>
            <a:prstGeom prst="diagStripe">
              <a:avLst>
                <a:gd name="adj" fmla="val 5778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" b="1">
                <a:solidFill>
                  <a:schemeClr val="tx1"/>
                </a:solidFill>
              </a:endParaRPr>
            </a:p>
          </p:txBody>
        </p:sp>
        <p:pic>
          <p:nvPicPr>
            <p:cNvPr id="65" name="Picture 64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BB1EAFA3-6C8A-3BE7-4EBD-F68112589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635945">
              <a:off x="7654663" y="3934026"/>
              <a:ext cx="165752" cy="368809"/>
            </a:xfrm>
            <a:prstGeom prst="rect">
              <a:avLst/>
            </a:prstGeom>
          </p:spPr>
        </p:pic>
        <p:pic>
          <p:nvPicPr>
            <p:cNvPr id="72" name="Picture 71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D754146F-0C41-A568-F4EB-4AE248A39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3207174">
              <a:off x="5557768" y="4469845"/>
              <a:ext cx="165752" cy="368809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B248B8-E202-8F37-5D77-6B5FD4694C5B}"/>
              </a:ext>
            </a:extLst>
          </p:cNvPr>
          <p:cNvSpPr txBox="1"/>
          <p:nvPr/>
        </p:nvSpPr>
        <p:spPr>
          <a:xfrm>
            <a:off x="683813" y="1983164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 Black" panose="020B0A04020102020204" pitchFamily="34" charset="0"/>
              </a:rPr>
              <a:t>(a)</a:t>
            </a:r>
            <a:endParaRPr lang="zh-CN" altLang="en-US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833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</TotalTime>
  <Words>59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Zhang, Kai</dc:creator>
  <cp:lastModifiedBy>Zhang, Kai</cp:lastModifiedBy>
  <cp:revision>2</cp:revision>
  <dcterms:created xsi:type="dcterms:W3CDTF">2023-07-16T22:20:12Z</dcterms:created>
  <dcterms:modified xsi:type="dcterms:W3CDTF">2024-12-06T23:33:57Z</dcterms:modified>
</cp:coreProperties>
</file>